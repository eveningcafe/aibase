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half-day deep dive on the Models layer. Same lab box throughout:
RTX 5090, 32 GB. Everything here maps to 02-models/README.md and the labs/.
Pace: ~4 slides of concept, then go to the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frame: most "AI model work" is choosing and serving, not training. The
arrows are the agenda for the rest of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You're never picking "the best model" — you're picking the best for a task, a
budget, and a GPU. Qwen2.5 is our default: Apache-2.0, ungated.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Burn this in. Every "will it fit?" question answers from here. Plus the hidden
cost: KV cache grows with context × concurrency — weights aren't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mirror of the SLM argument: we just praised narrow, specialized models; this
is the opposite pole. Don't sell it as prediction — the book predates LLMs. The
two theses are the keepers: smart doesn't mean safe, and competence at the wrong
goal is the danger. Paperclip maximizer = the one-line icon.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builders can actually use. Walk the right column: students are
already building oracles and genies. Bostrom's safety ranking (oracle/tool safe,
sovereign risky) is a real choice they make when wiring up agents in layer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to terminal: download.sh (once) then serve_bench.sh. Validated on the 5090:
Q4 3.8 GB / ~199 tok-s vs fp16 7.8 GB / ~137 tok-s — same model. vLLM is an
optional add to show continuous batching pulling ahead at concurrency.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 lab. Before/after is dramatic: base rambles, tuned emits
clean JSON. MLflow makes the run reproducible — params, loss curve, adapter.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your held-out task eval over leaderboards. This script becomes a CI gate —
a regression blocks deploy, just like checkov blocks terraform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loop. A 5090 can't pre-train — and that's the lesson. MLOps turns a
mystery .bin into a tracked, versioned, deployable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then hands-on time. If short: VRAM table, LoRA, and the eval-as-CI-gate
are the must-keeps.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— deep dive</dc:title>
  <dc:subject>PptxGenJS Presentation</dc:subject>
  <dc:creator>Created by Marp</dc:creator>
  <cp:lastModifiedBy>Created by Marp</cp:lastModifiedBy>
  <cp:revision>1</cp:revision>
  <dcterms:created xsi:type="dcterms:W3CDTF">2026-06-16T09:52:53Z</dcterms:created>
  <dcterms:modified xsi:type="dcterms:W3CDTF">2026-06-16T09:52:53Z</dcterms:modified>
</cp:coreProperties>
</file>