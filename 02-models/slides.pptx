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Models layer (Layer 2). Labs run on a free Kaggle notebook GPU (T4, 16 GB) so
every student can reproduce them. Maps 1:1 to 02-models/README.md. Pace: a few
slides of concept, then the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agenda. Serving = Lab 1, Fine-tune = Lab 2, Evaluate = Lab 3.
RAG-for-knowledge vs fine-tune-for-behaviour is the line students forget.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"Open-weights" ≠ "open-source": you get weights, not always data or a free
licence. Qwen2.5 (Apache-2.0) is our default — ungated, commercial-friendly.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"will it fit?" answers from here. Hidden cost: KV cache grows with
context × concurrency — weights aren't the whole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"Which weights are in prod, and may we use them commercially?" should be
answerable from one place. Licence traps bite at deploy time, not demo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durable point, not the news cycle. Strategy aside (conceptual, not on slide):
permissive licences buy mindshare and pressure closed vendors; "community"
licences try to keep PR upside + commercial control, and draw community backlash.
Trim of fabricated benchmark/geopolitics specifics is deliberate — keep it 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vLLM trades a little latency for big throughput via batching; Ollama optimizes the
single-user case. PagedAttention exists to manage the KV cache.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 lab1_serving_kaggle.ipynb. The point: memory win is universal, speed win
is hardware-dependent. Measure VRAM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lab. Before/after is dramatic: base rambles, tuned emits clean JSON.
QLoRA fits the T4. MLflow makes the run reproducible.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 your held-out task eval over leaderboards. This eval becomes a CI gate — a
regression blocks the deploy.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explain training but don't run it — a free Kaggle GPU can't, and that's the
lesson. Continued pre-training is the realistic "build" option, not from-zero.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point: MLOps turns each step into a tracked artifact with a known input and
output, and inserts the eval gate so a regression can't ship. Tooling underneath:
MLflow/W&amp;B (tracking), MLflow Registry/HF Hub/DVC (versioning), CI gates, drift
monitors. Lab 2 wires in MLflow so tracking isn't a separate chore.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mirror of the SLM argument. Don't sell it as prediction — the book predates
LLMs. The two theses are the keepers: smart isn't safe; wrong-goal competence is
the danger.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part builders use. Students already build oracles and genies. Bostrom's
ranking (oracle/tool safe, sovereign risky) is a real design choice in layer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Models — deep dive</dc:title>
  <dc:subject>PptxGenJS Presentation</dc:subject>
  <dc:creator>Created by Marp</dc:creator>
  <cp:lastModifiedBy>Created by Marp</cp:lastModifiedBy>
  <cp:revision>1</cp:revision>
  <dcterms:created xsi:type="dcterms:W3CDTF">2026-06-16T11:24:12Z</dcterms:created>
  <dcterms:modified xsi:type="dcterms:W3CDTF">2026-06-16T11:24:12Z</dcterms:modified>
</cp:coreProperties>
</file>