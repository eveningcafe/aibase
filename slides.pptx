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a model is just one piece. Today we map the whole stack, then look at the
money and what it means for DevOps. Figures are as of mid-2026; the CEO-math
numbers are illustrative — the method matters, not the exact dollars.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~35-45 min. Stop me with questions during the layers; hold strategy questions
for the business section where they'll be answered.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example: a research assistant for new scientific papers. The model
alone can't help — it has a knowledge cutoff, needs GPUs, needs the papers as
data, needs steps to plan/summarize, and a UI. That's the whole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buy a managed service that hides several layers, or build each yourself.
Either way you should know all five exist — that's how you debug cost/quality.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DevOps tie-in: this is the layer your audience provisions — GPU nodes on k8s,
autoscaling, cost control. The capex here is what feeds the revenue pyramid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student misconception: "we must train our own model." Almost never. Use
an existing one; fine-tune for behavior/format; RAG for knowledge. MLOps is the
DevOps of this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= open-book exam vs memorizing. The model looks things up at answer time.
This is what powers the Morgan Stanley case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line: orchestration is the mechanism, "agentic" is the behavior. This is the
most hyped layer — remember that when we hit the revenue pyramid (it earns the
least).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Examples: summarize email, text→report, chat replacing a shopping/fintech form.
The brain is layer 4; fitting it into screens + business flow is layer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 gears. Students entering AI need orientation: where dollars flow today vs
where value is created. These are two different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mid-2026. *Anthropic ~$45B is gross (books cloud-reseller spend);
~$22B net — always ask gross or net. Anthropic just passed OpenAI. Punchline:
the most-talked-about layer earns the least.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room: "Copilot — which type?" Efficiency. "ChatGPT launch?"
Market-creating. Same LLM, different use → different type. AI coding = efficiency
= cost-cutting, which sets up the math.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out loud: these dollar numbers are illustrative, not Klarna's books. The
$0.99/resolution is Intercom Fin's real public price. The Klarna rehire is the
honest part — don't sell AI as headcount-zero.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layer 3 (data/RAG) in production. Value here is time saved + better
answers, not a flashy chatbot. Real, measured adoption (98%).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resolves the apparent contradiction: pyramid says app layer is thin, but
case studies show huge value. Two different questions. Most students in this
room will be operators, not AI vendors — the value is on their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part most relevant to this class. Three beats: coding assistant, AIOps,
and the DORA reality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"30% of dev time is coding" is an assumption — defend it: the rest is meetings,
review, debugging, design. The real lesson: efficiency value is only real if you
defer hires or ship more. Otherwise it's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where I correct the naive pitch. Vendors quote only the
savings. Make them net out license + tokens + setup + maintenance. Downtime
avoided is usually the biggest line — but hardest to estimate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slide for this audience. AI is not a silver bullet. Your job
— pipelines, testing, small batches — matters MORE in the AI era, not less. End
the DevOps section on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in 30 seconds, then open Q&amp;A. If short on time, slides 5 (layers),
pyramid, and DORA are the must-keeps.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questions: "should we train our own model?" (no — use/fine-tune/RAG);
"will AI replace devs?" (Klarna rehired; DORA shows fundamentals win);
"gross vs net revenue?" (Anthropic example).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Stack</dc:title>
  <dc:subject>PptxGenJS Presentation</dc:subject>
  <dc:creator>Created by Marp</dc:creator>
  <cp:lastModifiedBy>Created by Marp</cp:lastModifiedBy>
  <cp:revision>1</cp:revision>
  <dcterms:created xsi:type="dcterms:W3CDTF">2026-06-11T06:51:42Z</dcterms:created>
  <dcterms:modified xsi:type="dcterms:W3CDTF">2026-06-11T06:51:42Z</dcterms:modified>
</cp:coreProperties>
</file>