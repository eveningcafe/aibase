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a model is just one piece. Today we map the whole stack, then look at the
money and what it means for DevOps. Figures are as of mid-2026; the CEO-math
numbers are illustrative — the method matters, not the exact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~35-45 min. Stop me with questions during the layers; hold strategy questions
for the business section where they'll be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example: a research assistant for new scientific papers. The model
alone can't help — it has a knowledge cutoff, needs GPUs, needs the papers as
data, needs steps to plan/summarize, and a UI. That's the whole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buy a managed service that hides several layers, or build each yourself.
Either way you should know all five exist — that's how you debug cost/quality.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tie-in: this is the layer your audience provisions — GPU nodes on k8s,
autoscaling, cost control. The capex here is what feeds the revenue pyramid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student misconception: "we must train our own model." Almost never. Use
an existing one; fine-tune for behavior/format; RAG for knowledge. MLOps is the
DevOps of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= open-book exam vs memorizing. The model looks things up at answer time.
This is what powers the Morgan Stanley case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orchestration is the mechanism, "agentic" is the behavior. This is the
most hyped layer — remember that when we hit the revenue pyramid (it earns the
least).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summarize email, text→report, chat replacing a shopping/fintech form.
The brain is layer 4; fitting it into screens + business flow is layer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gears. Students entering AI need orientation: where dollars flow today vs
where value is created. These are two different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mid-2026. *Anthropic ~$45B is gross (books cloud-reseller spend);
~$22B net — always ask gross or net. Anthropic just passed OpenAI. Punchline:
the most-talked-about layer earns the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room: "Copilot — which type?" Efficiency. "ChatGPT launch?"
Market-creating. Same LLM, different use → different type. AI coding = efficiency
= cost-cutting, which sets up the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these dollar numbers are illustrative, not Klarna's books. The
$0.99/resolution is Intercom Fin's real public price. The Klarna rehire is the
honest part — don't sell AI as headcount-zero.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layer 3 (data/RAG) in production. Value here is time saved + better
answers, not a flashy chatbot. Real, measured adoption (98%).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resolves the apparent contradiction: pyramid says app layer is thin, but
case studies show huge value. Two different questions. Most students in this
room will be operators, not AI vendors — the value is on their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platform/DevOps job: incident triage, RCA, runbooks, observability, IaC, and
CI/CD risk. It's the capstone — it uses every layer we just covered. (Coding
assistants are dev productivity — a different thing.)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Payoff slide. Tie the whole lecture together. Walk bottom-up: the agent runs on
GPUs, uses an LLM, grounds on a vector DB of your telemetry + past incidents +
runbooks (RAG), orchestrates multi-step investigation, and meets the on-call
engineer in Slack. Map each to the JD they'll be hiring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1+2 of the JD. Stress: the credible numbers come with a named customer or a
published study; treat vendor ranges skeptically. Self-healing exists but humans
approve production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2+3 of the JD. The big shift: SLI/SLO and platform health become
queryable in natural language. The vector DB of incident history is the
"institutional memory" — this is layer 3 doing real work in SRE.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message of this part. Generate ~30s, review &lt;60s — speed becomes a security
hole when review turns into "tick the box." Second risk: mental-model loss. If a
team stops writing HCL by hand, ask someone to explain an AI module line-by-line
with no docs — if &gt;20% can't, that's a dangerous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Frequencies are illustrative teaching figures, not a benchmark. The pattern is
real: the model reproduces demo-grade defaults, which are exactly wrong for prod.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pattern. No single layer is enough: speed (L1) needs judgment
(L2) needs an automated gate (L3). The hard rule lives in L3 — a failing checkov
HIGH blocks apply, no exceptions. That's how you keep AI's speed without its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4 of the JD. Be candid: this is greenfield. Great project territory for
students — risk scoring and auto-rollback from historical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open Q&amp;A. If short on time, slides 5 (layers),
the pyramid, and the AI-agent-as-whole-stack 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"should we train our own model?" (no — use/fine-tune/RAG);
"will AI replace devs?" (Klarna rehired; remediation stays human-in-the-loop);
"gross vs net revenue?" (Anthropic example).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Stack</dc:title>
  <dc:subject>PptxGenJS Presentation</dc:subject>
  <dc:creator>Created by Marp</dc:creator>
  <cp:lastModifiedBy>Created by Marp</cp:lastModifiedBy>
  <cp:revision>1</cp:revision>
  <dcterms:created xsi:type="dcterms:W3CDTF">2026-06-16T10:01:30Z</dcterms:created>
  <dcterms:modified xsi:type="dcterms:W3CDTF">2026-06-16T10:01:30Z</dcterms:modified>
</cp:coreProperties>
</file>