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layer (Layer 3). Maps 1:1 to 03-data/README.md. Labs run on the same free
Kaggle T4 (16 GB) + Qwen2.5-3B as the Models layer, so the layers chain. Pace: a few
slides of concept per phase, then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Part 1 motivates the layer; Part 2 builds and measures the naive pipeline;
Part 3 takes it to production (better retrieval, a framework, a platform); then the
hands-on labs. A few slides of concept per phase, then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rule students forget. If the model has the skill but lacks the facts, you are
in the right place. RAG = open-book exam; fine-tune = what it memorised.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fixed the blind spot of the one before. Keyword still powers the web, but the
burden was on the user to guess the exact words. The plot is the whole idea of embeddings:
coffee/espresso cluster, house is far — distance = (dis)similarity. Semantic search at
scale IS the RAG pipeline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retrieve at all, rather than dump everything in the window? This motivates the pipeline
that follows. Not either/or — prompt caching offsets long context for *static* data, but a
*dynamic* corpus pays the full token tax every request. Long context can reason over the
*gap between* documents; RAG only sees isolated snippets.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layer on one slide. One shared vector store: INDEX writes it once; ANSWER reads
top-k from it per query. Note the same embedder feeds both sides — the #1 RAG rule. Walk
left-to-right on each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is messy — tables, flowcharts, scanned PDFs. The "garbage in" point: most
RAG quality is won or lost before a single vector is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big dilutes signal + wastes context; too small loses surrounding meaning. Metadata
is what later powers tenant filtering and citations. Lab 2 chunks the real k8s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embedder is its own small model, separate from the LLM (CPU or a sliver of GPU).
Two models = incomparable spaces, "near" becomes meaningless. Our labs use bge-small.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during search (tenant = X AND date &gt; Y) enforces permissions + freshness at
retrieval, not after. FAISS flat is exact and plenty at lab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game: the model can only answer from what retrieval returns. Lab 1 prints this
exact ranked list. top-k is the first dial students 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only from context / else say I don't know" rule is what produces the refusal.
Lab 1 shows both a grounded cited answer and the refusal on an out-of-corpus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BEFORE you optimise — this is why eval comes before the advanced levers. The
debug question is always "is the right chunk in the context?": yes → generation, no →
retrieval. Lab 1 prints the chunks so students can answer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need ground truth — questions mapped to gold chunks, NOT to the chunks the system
itself returned (that would be circular). recall vs precision is the classic miss-vs-noise
trade-off; raising top-k helps recall but hurts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LLM-as-judge: cheap and scalable, but the judge itself can err — spot-check it. Faithfulness
is the one to watch in production; a confidently wrong, ungrounded answer is the worst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Chapter 1 built the simple pipeline; this section takes RAG from a demo
to production: advanced retrieval (next), then LangChain, then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can measure (Phase 7), here are the levers worth pulling. Lab 2 runs all four
over the real k8s docs and reports the lift on hit@3 / MRR.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 phases by hand and LangChain is just learning which method wraps each. There's
no "submit a job to their cloud" — running on managed infra is a deploy step, not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DevOps view. Per-app = a few lines of config; everything else is shared, versioned
services + an eval gate in CI (a change that drops hit@k fails the build, like a red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 retrieval on a tidy Q&amp;A set; Lab 2 = the real docs + honest eval. The LangChain
build runs on the same data and prints the same scores — concept, not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this layer is where private data becomes the moat. The model layer gets
the headlines; the data layer increasingly holds the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 deep dive</dc:title>
  <dc:subject>PptxGenJS Presentation</dc:subject>
  <dc:creator>Created by Marp</dc:creator>
  <cp:lastModifiedBy>Created by Marp</cp:lastModifiedBy>
  <cp:revision>1</cp:revision>
  <dcterms:created xsi:type="dcterms:W3CDTF">2026-06-23T11:43:23Z</dcterms:created>
  <dcterms:modified xsi:type="dcterms:W3CDTF">2026-06-23T11:43:23Z</dcterms:modified>
</cp:coreProperties>
</file>